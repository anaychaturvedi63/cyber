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640080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 REPORT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24231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Metasploitable 2 — Network Vulnerability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Exploitation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technical walkthrough of service enumeration and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performed against a lab target (192.168.1.10 / .13).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25400">
            <a:solidFill>
              <a:srgbClr val="2ECC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Mohd Aamir  ·  Domain: WPT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Security Training Lab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Environment: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Nmap, Metasploit Framework, Gobuster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Methodology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exposed service was tested using a consistent four-stage process.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40280"/>
            <a:ext cx="548640" cy="54864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target with Nmap to find open ports and identify running services.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2240280"/>
            <a:ext cx="548640" cy="54864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0332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the exact service version to check it against known vulnerabilities.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40280"/>
            <a:ext cx="548640" cy="54864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3796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matching Metasploit module, configure it, and run it against the target.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0" y="196596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2240280"/>
            <a:ext cx="548640" cy="548640"/>
          </a:xfrm>
          <a:prstGeom prst="ellipse">
            <a:avLst/>
          </a:prstGeom>
          <a:solidFill>
            <a:srgbClr val="14181C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72600" y="2926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72600" y="3337560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access at the shell level and record evidence of the compromise.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FTP — vsFTPd 2.3.4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SHELL OBTAINED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backdoored FTP daemon combined with anonymous access led to an immediate, unauthenticated root compromise.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· DISCOVER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Port Scan with Nmap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8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192.168.1.10 -Pn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TCP scan against the target returned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open ports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 unusually large attack surface for a single host, indicating multiple legacy and misconfigured services.
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PORTS FLAGGED FOR FOLLOW-UP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37947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ftp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7947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7947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ssh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telnet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42519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251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445 / microsoft-ds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7091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09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3306 / mysql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4709160"/>
            <a:ext cx="25146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4709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6667 / irc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0" descr="images/nmap_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Full port list returned by the initial Nmap scan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21 — Service Fingerprinting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version-and-script scan (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-sV -sC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port 21 identified the FTP service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Nmap's built-in FTP script flagged an important finding on its own: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DEDEA"/>
          </a:solidFill>
          <a:ln w="12700">
            <a:solidFill>
              <a:srgbClr val="F3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52928"/>
            <a:ext cx="50292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Anonymous FTP login allowed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vsFTPd 2.3.4 is a known-backdoored release — the version string itself is a red flag worth exploiting.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combination — a legacy backdoored FTP version plus anonymous access — makes port 21 the highest-priority target on this host.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images/che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Nmap service/script scan confirming vsFTPd 2.3.4 and anonymous login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EXPLOIT  ·  PART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Metasploit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ships a purpose-built module for this exact backdoor. Running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it confirms it's the right fit before touching the target: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 exploit/unix/ftp/vsftpd_234_backdoor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103120" y="30632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exploit/unix/ftp/vsftpd_234_backdoor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4472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03120" y="344728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Unix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8313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383133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2153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03120" y="421538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Excellent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7091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 of "Excellent" means the exploit is reliable and won't crash or destabilize the target service.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images/module_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Module details confirming Privileged: Yes and Rank: Excellent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EXPLOIT  ·  PART B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the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module loaded, only one setting is required before it can run — the target's IP address: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RHOSTS 192.168.1.10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options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RHOSTS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target host — is the only required field.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RPORT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defaults to 21 automatically, since the module already knows which port vsFTPd normally runs 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70916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EAF7EF"/>
          </a:solidFill>
          <a:ln w="12700">
            <a:solidFill>
              <a:srgbClr val="BFE8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81888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verified — module is ready to run.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images/set_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RHOSTS set and confirmed via show options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EXPLOIT  ·  SUPPORTING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Manually Confirming Anonymous Access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relying on the automated exploit, the anonymous-login finding was verified by hand with the standard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ftp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client — connecting with the username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anonymous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 blank password.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75234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97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Connected to 192.168.1.10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16382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220 (vsFTPd 2.3.4)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57530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5204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230 Login successful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3986784"/>
            <a:ext cx="109728" cy="109728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9319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 listing accessible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target confirms unauthenticated access is genuinely possible — not just a false positive from the scanner.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images/anon_login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Manual FTP session confirming anonymous login and directory access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— OpenSSH 4.7p1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6B758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ENUMERATION ONLY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exploit was executed — findings here support risk scoring and inform credential-based attacks elsewhere in this report.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Version &amp; Host Key Scan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version scan on port 22 identifies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4.7p1 on Debian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build from 2008. Nmap also pulls the server's DSA and RSA host key fingerprints directly from the banner exchange, no authentication required.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EF6E7"/>
          </a:solidFill>
          <a:ln w="12700">
            <a:solidFill>
              <a:srgbClr val="F0DB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27248"/>
            <a:ext cx="50292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software version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OpenSSH 4.7p1 predates over a decade of security patches. Legacy key exchange and cipher support (checked next) widens the attack surface.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ssh_1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6 — Nmap identifies OpenSSH 4.7p1 and host key fingerprints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&amp; Cipher Enumeration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8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-p22 --script ssh2-enum-algos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ssh2-enum-algos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 lists every key exchange, encryption, and MAC algorithm the server will negotiate. Several —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3des-cbc, arcfour, hmac-md5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are long deprecated and weaken the connection's confidentiality guarantees.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82512" y="576072"/>
            <a:ext cx="5248656" cy="3008376"/>
          </a:xfrm>
          <a:prstGeom prst="roundRect">
            <a:avLst>
              <a:gd name="adj" fmla="val 2432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ssh_2_alg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685800"/>
            <a:ext cx="5029200" cy="2788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382512" y="3593592"/>
            <a:ext cx="5248656" cy="2688336"/>
          </a:xfrm>
          <a:prstGeom prst="roundRect">
            <a:avLst>
              <a:gd name="adj" fmla="val 2721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images/ssh_3_host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703320"/>
            <a:ext cx="5029200" cy="2468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92240" y="62636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7 — Algorithm list (top) continues into host key confirmation (bottom)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  ·  SUPPORTING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Metasploit SSH Version Scanner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findings were cross-checked with Metasploit's dedicated auxiliary scanner, configured against the same target: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auxiliary/scanner/ssh/ssh_version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RHOSTS 192.168.1.10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EXTENDED_CHECKS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enabled by default, so the scanner also probes for known cryptographic weaknesses in the same pass, not just the banner.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images/ssh_4_msf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8 — Auxiliary scanner module configured with target RHOSTS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 · 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SSH Enumeration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module returns the full host key fingerprint plus a categorized list of supported encryption settings: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88920" y="23317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ssh-rsa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88920" y="28803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none, zlib@openssh.com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CIPHERS FOUND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88920" y="34290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aes128-cbc, 3des-cbc, arcfour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9776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MACS FOUND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39776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hmac-md5, hmac-sha1-96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F4F5F6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64608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no remote code execution — recorded as a hardening gap, not a breach.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images/ssh_5_msf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9 — Full key fingerprint and deprecated-algorithm report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Telnet — Linux telnetd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OBTAINED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Unencrypted remote access plus a default credential pair (msfadmin/msfadmin) gave a direct interactive shell.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01-02 · DISCOVER &amp;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23 — Service Discovery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version scan confirms an open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service running Linux's standard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Telnet's presence alone is notable — the protocol transmits everything, including login credentials, in plain 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10896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DEDEA"/>
          </a:solidFill>
          <a:ln w="12700">
            <a:solidFill>
              <a:srgbClr val="F3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18688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Cleartext protocol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credentials sent over this port can be captured by a network observer.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telnet_1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10 — Nmap identifies the open Telnet service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&amp; Vulnerability Checks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follow-up scripts were run: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telnet-encryption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confirms the session has no encryption option at all, and a broader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vuln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 sweep was run to rule out other known issues on this port.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320954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31546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 server does not support encryption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3621024"/>
            <a:ext cx="109728" cy="1097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566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sweep: no additional CVEs matched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images/telnet_2_vul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11 — Encryption check and vulnerability script sweep on port 23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03-04 · EXPLOIT &amp; 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Credential Login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ships with a well-known default account. Connecting with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telnet 192.168.1.10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logging in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msfadmin / msfadmin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succeeds immediately, dropping straight into an interactive shell.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15468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EAF7EF"/>
          </a:solidFill>
          <a:ln w="12700">
            <a:solidFill>
              <a:srgbClr val="BFE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264408"/>
            <a:ext cx="50292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Shell access confirmed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whoami returns msfadmin — a standard user, not root, but sufficient for further lateral movement.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telnet_3_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12 — Successful login with default credentials, shell confirmed via whoami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SMTP — Postfix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VULNERABILITIES FOUND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was obtained here, but the mail service exposes weak legacy TLS configuration and permits command enumeration.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 · DISCOVER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 25 — Mail Service Discovery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shifted to a second host in the same subnet,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192.168.1.13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where an initial scan flagged port 25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filtered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meaning a firewall or filter is present, so a more targeted probe was needed to confirm the service behind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mages/smtp_1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13 — Initial scan of 192.168.1.13 flags SMTP as filtered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&amp; User Enumeration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scripts confirm the service is Postfix and list every SMTP extension it supports (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PIPELINING, STARTTLS, VRFY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A parallel vulnerability sweep then flags something more serious — the server's SSL/TLS layer is affected by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POODLE (CVE-2014-3566)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DEDEA"/>
          </a:solidFill>
          <a:ln w="12700">
            <a:solidFill>
              <a:srgbClr val="F3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67328"/>
            <a:ext cx="50292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SSL POODLE — information leak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 attacker in a man-in-the-middle position decrypt fragments of supposedly encrypted traffic.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smtp_2_enum_vul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14 — SMTP command enumeration and the first vulnerability match (POODLE)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  ·  CONTINUED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TLS Weaknesses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vulnerability sweep continues into two further findings — both stemming from the server still supporting weak, legacy key exchange options: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DH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CVE-2011 class — no server authentication, open to MitM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107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Logjam (DHE_EXPORT)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7216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CVE-2015-4000 — downgrades sessions to weak 512-bit crypto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images/smtp_3_vuln_c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15 — Anonymous DH and Logjam findings from the same vuln sweep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  ·  SUPPORTING 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Cipher Suite Enumeration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8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--script ssl-enum-ciphers -p25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cipher listing confirms the scope of the problem: every offered cipher grades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"F"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several 64-bit block ciphers (3DES, DES, RC2) are individually flagged as vulnerable to the SWEET32 attack.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smtp_4_ciph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16 — Every cipher suite offered on port 25 grades F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— ISC BIND 9.4.2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6B7580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disclosure and an open recursion check — useful reconnaissance value, no direct compromise on this port.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DNS Version Fingerprinting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server on port 53 identifies itself as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 BIND 9.4.2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confirmed independently through both the standard service banner and the dedicated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dns-nsid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script, which queries the resolver's internal version string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383280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FEF6E7"/>
          </a:solidFill>
          <a:ln w="12700">
            <a:solidFill>
              <a:srgbClr val="F0DB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93008"/>
            <a:ext cx="50292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C4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9.4.2 is an old release with several disclosed CVEs; the exact patch level would need checking against the server's build date to confirm exploitability.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dns_1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17 — DNS service confirmed as ISC BIND 9.4.2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Recursion Configuration Check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follow-up scan combined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dns-nsid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dns-recursion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check whether the resolver will answer recursive queries for any client — a common misconfiguration abused for DNS amplification attacks.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first attempt used an invalid script name and failed cleanly — corrected and re-run below.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images/dns_2_recu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18 — Corrected script syntax confirms BIND version once more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3" name="Shape 1"/>
          <p:cNvSpPr/>
          <p:nvPr/>
        </p:nvSpPr>
        <p:spPr>
          <a:xfrm>
            <a:off x="138988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4" name="Shape 2"/>
          <p:cNvSpPr/>
          <p:nvPr/>
        </p:nvSpPr>
        <p:spPr>
          <a:xfrm>
            <a:off x="223113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5" name="Shape 3"/>
          <p:cNvSpPr/>
          <p:nvPr/>
        </p:nvSpPr>
        <p:spPr>
          <a:xfrm>
            <a:off x="307238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6" name="Shape 4"/>
          <p:cNvSpPr/>
          <p:nvPr/>
        </p:nvSpPr>
        <p:spPr>
          <a:xfrm>
            <a:off x="391363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8" name="Shape 6"/>
          <p:cNvSpPr/>
          <p:nvPr/>
        </p:nvSpPr>
        <p:spPr>
          <a:xfrm>
            <a:off x="559612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9" name="Shape 7"/>
          <p:cNvSpPr/>
          <p:nvPr/>
        </p:nvSpPr>
        <p:spPr>
          <a:xfrm>
            <a:off x="643737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0" name="Shape 8"/>
          <p:cNvSpPr/>
          <p:nvPr/>
        </p:nvSpPr>
        <p:spPr>
          <a:xfrm>
            <a:off x="727862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1" name="Shape 9"/>
          <p:cNvSpPr/>
          <p:nvPr/>
        </p:nvSpPr>
        <p:spPr>
          <a:xfrm>
            <a:off x="8119872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1120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3" name="Shape 11"/>
          <p:cNvSpPr/>
          <p:nvPr/>
        </p:nvSpPr>
        <p:spPr>
          <a:xfrm>
            <a:off x="9802368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43616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484864" y="5989320"/>
            <a:ext cx="54864" cy="54864"/>
          </a:xfrm>
          <a:prstGeom prst="rect">
            <a:avLst/>
          </a:prstGeom>
          <a:solidFill>
            <a:srgbClr val="1F8C4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A9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011680"/>
            <a:ext cx="5486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0" dirty="0"/>
          </a:p>
        </p:txBody>
      </p:sp>
      <p:sp>
        <p:nvSpPr>
          <p:cNvPr id="18" name="Text 16"/>
          <p:cNvSpPr/>
          <p:nvPr/>
        </p:nvSpPr>
        <p:spPr>
          <a:xfrm>
            <a:off x="822960" y="3611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— Apache 2.2.8 / PHP 5.2.4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841248" y="4434840"/>
            <a:ext cx="3291840" cy="502920"/>
          </a:xfrm>
          <a:prstGeom prst="roundRect">
            <a:avLst>
              <a:gd name="adj" fmla="val 50909"/>
            </a:avLst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434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METERPRETER SHELL OBTAINED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1206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brute-forcing uncovered a PHP information leak, which pointed straight to a remote code execution exploit and a full interactive shell.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01-02 · DISCOVER &amp;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Server Fingerprinting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8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nmap -p80 -A -O -sS -sV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service and OS scan against port 80 identifies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httpd 2.2.8 (Ubuntu) with DAV/2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enabled. Both the Apache release and the WebDAV module are old enough to carry known issues, worth investigating further.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images/http_1_re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19 — Apache 2.2.8 with WebDAV identified on port 80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Headers, Methods &amp; Directory Brute-Force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headers reveal the full software stack in one line —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PHP/5.2.4-2ubuntu5.10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critically outdated PHP branch. With the stack confirmed,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gobuster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was launched against the standard dirb wordlist to map hidden content.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gobuster dir -u http://target -w common.txt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http_2_headers_gobuster_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20 — X-Powered-By header exposes PHP 5.2.4; gobuster begins scanning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  · 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Directory Enumeration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brute-force scan completes and surfaces several interesting paths: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/phpinfo.php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20116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— full PHP configuration disclosure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/phpMyAdmin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06040" y="2578608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— database admin panel exposed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145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06040" y="3145536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— WebDAV endpoint, worth testing for uploads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7124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/twiki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371246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— legacy wiki, historically vulnerable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EAF7EF"/>
          </a:solidFill>
          <a:ln w="12700">
            <a:solidFill>
              <a:srgbClr val="BFE8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44568"/>
            <a:ext cx="50292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/phpinfo.php stands out — it hands over the server's exact PHP build, a direct lead for the next step.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images/http_3_gobust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21 — Complete gobuster results against the web root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 · IDENTIFY  ·  CONFIRMATION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PHP Configuration Disclosure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/phpinfo.php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in the browser confirms the exact runtime: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5.2.4-2ubuntu5.10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running in CGI/FastCGI mode. This specific configuration is significant — PHP-CGI builds in this range are affected by a well-known argument-injection vulnerability.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FDEDEA"/>
          </a:solidFill>
          <a:ln w="12700">
            <a:solidFill>
              <a:srgbClr val="F3C4B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41648"/>
            <a:ext cx="5029200" cy="832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CGI/FastCGI mode confirmed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precondition needed for the php_cgi_arg_injection exploit — moving to Stage 03.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images/http_4_phpin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22 — phpinfo() output confirming PHP 5.2.4 under CGI/FastCGI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 · EXPLOIT  ·  PART 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Selecting the RCE Module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8C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php_cgi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 returns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exploit/multi/http/php_cgi_arg_injection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rank Excellent — which targets exactly this PHP-CGI argument-injection flaw. The module is loaded and its options reviewed before configuring the target.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0080" y="408736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TARGETURI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40873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auto-detected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44714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44714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php/meterpreter/reverse_tcp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0" descr="images/http_5_msfcon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23 — php_cgi_arg_injection module loaded with default payload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03-04 · EXPLOIT &amp; VERIFY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Exploitation — Meterpreter Session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RHOSTS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 and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F4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issued, the handler starts, the payload stages successfully, and a full Meterpreter session opens on the target.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AF7EF"/>
          </a:solidFill>
          <a:ln w="12700">
            <a:solidFill>
              <a:srgbClr val="BFE8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898648"/>
            <a:ext cx="502920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F8C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Meterpreter session opened
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5C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ls against /var/www immediately lists the full web root — phpMyAdmin, DVWA, Mutillidae, TWiki — confirming full file-system access.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remote code execution as the web server user — the most impactful finding of the assessment alongside the FTP backdoor.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82512" y="1307592"/>
            <a:ext cx="5248656" cy="3145536"/>
          </a:xfrm>
          <a:prstGeom prst="roundRect">
            <a:avLst>
              <a:gd name="adj" fmla="val 2326"/>
            </a:avLst>
          </a:prstGeom>
          <a:solidFill>
            <a:srgbClr val="14181C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0" descr="images/http_6_s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417320"/>
            <a:ext cx="5029200" cy="2926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24 — Meterpreter session opened, /var/www directory listing confirms access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ranked by impact — from direct root compromise to informational disclosure.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836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554480" y="18836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83280" y="18836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38160" y="188366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408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34086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(vsFTPd 2.3.4)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3408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Backdoored binary — unauthenticated root shell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235915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23591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852928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0779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54480" y="29077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(PHP-CGI)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9077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 injection — Meterpreter RCE as www-data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2926080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19" name="Text 17"/>
          <p:cNvSpPr/>
          <p:nvPr/>
        </p:nvSpPr>
        <p:spPr>
          <a:xfrm>
            <a:off x="8138160" y="2926080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419856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747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3474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Telnet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474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credentials — plaintext interactive shell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38160" y="349300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8138160" y="349300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986784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04164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554480" y="40416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0416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POODLE, Logjam, anonymous DH — weak TLS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059936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8138160" y="4059936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553712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60857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554480" y="460857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83280" y="46085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ciphers/MACs offered, dated version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4626864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6B9BD1"/>
          </a:solidFill>
          <a:ln/>
        </p:spPr>
      </p:sp>
      <p:sp>
        <p:nvSpPr>
          <p:cNvPr id="37" name="Text 35"/>
          <p:cNvSpPr/>
          <p:nvPr/>
        </p:nvSpPr>
        <p:spPr>
          <a:xfrm>
            <a:off x="8138160" y="4626864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" y="5120640"/>
            <a:ext cx="10607040" cy="0"/>
          </a:xfrm>
          <a:prstGeom prst="line">
            <a:avLst/>
          </a:prstGeom>
          <a:noFill/>
          <a:ln w="12700">
            <a:solidFill>
              <a:srgbClr val="D8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17550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554480" y="51755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383280" y="517550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disclosure (BIND 9.4.2)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138160" y="5193792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6B7580"/>
          </a:solidFill>
          <a:ln/>
        </p:spPr>
      </p:sp>
      <p:sp>
        <p:nvSpPr>
          <p:cNvPr id="43" name="Text 41"/>
          <p:cNvSpPr/>
          <p:nvPr/>
        </p:nvSpPr>
        <p:spPr>
          <a:xfrm>
            <a:off x="8138160" y="519379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Priorities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08760" y="2258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Rebuild affected 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60604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vsFTPd and the PHP-CGI stack — both are past end-of-life; patching alone won't remove the backdoor.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3218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Disable Telnet, require SSH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56616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default accounts and enforce key-based authentication for all remote shell access.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08760" y="417880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Upgrade TLS configuration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5262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SSLv3 and export-grade ciphers on the mail server to close the POODLE and Logjam gaps.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51389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exposed services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548640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host runs 22 open ports; disable anything not required for its actual function.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METASPLOITABLE 2 — PENETRATION TEST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2026-09-10T08:42:44Z</dcterms:created>
  <dcterms:modified xsi:type="dcterms:W3CDTF">2026-09-10T08:42:44Z</dcterms:modified>
</cp:coreProperties>
</file>